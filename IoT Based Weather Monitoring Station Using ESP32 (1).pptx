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59" r:id="rId10"/>
    <p:sldId id="266" r:id="rId11"/>
    <p:sldId id="260" r:id="rId12"/>
  </p:sldIdLst>
  <p:sldSz cx="12192000" cy="6858000"/>
  <p:notesSz cx="6858000" cy="9144000"/>
  <p:embeddedFontLst>
    <p:embeddedFont>
      <p:font typeface="Bodoni" panose="020B0604020202020204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ae2009e15_1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3bae2009e15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da7592ccd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g3eda7592c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305350" y="3152583"/>
            <a:ext cx="68262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36075" y="6148688"/>
            <a:ext cx="1607820" cy="55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7840" y="6074083"/>
            <a:ext cx="1553210" cy="70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 rot="5400000">
            <a:off x="3920401" y="-1256576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52400" y="1111300"/>
            <a:ext cx="121011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742950" marR="0" lvl="1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0000"/>
              </a:buClr>
              <a:buSzPts val="2300"/>
              <a:buFont typeface="Times New Roman"/>
              <a:buNone/>
            </a:pPr>
            <a:r>
              <a:rPr lang="en-US" sz="3000" b="1" i="0" u="none" strike="noStrike" cap="none">
                <a:solidFill>
                  <a:srgbClr val="A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NIMS UNIVERSITY RAJASTHAN JAIPUR</a:t>
            </a:r>
            <a:endParaRPr sz="3000" b="1" i="0" u="none" strike="noStrike" cap="none">
              <a:solidFill>
                <a:srgbClr val="AB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 b="1" i="0" u="none" strike="noStrike" cap="non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Marik Institute of Computing, Artificial Intelligence, Robotics &amp; Cybernetics</a:t>
            </a:r>
            <a:endParaRPr sz="2900" b="1" i="0" u="none" strike="noStrike" cap="none">
              <a:solidFill>
                <a:srgbClr val="AB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Times New Roman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0" y="2350011"/>
            <a:ext cx="121920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3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Based Weather Monitoring Station Using ESP32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6600" y="92125"/>
            <a:ext cx="104885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0" y="3103900"/>
            <a:ext cx="12192000" cy="28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Times New Roman"/>
              <a:buNone/>
            </a:pPr>
            <a:r>
              <a:rPr lang="en-US" sz="1905" b="1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1905" b="1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Times New Roman"/>
              <a:buNone/>
            </a:pPr>
            <a:r>
              <a:rPr lang="en-US" sz="1905" b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Veerti Jain (AIML 3 Sem)</a:t>
            </a:r>
            <a:endParaRPr sz="1905"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Times New Roman"/>
              <a:buNone/>
            </a:pPr>
            <a:r>
              <a:rPr lang="en-US" sz="1905" b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Akshara Bhutra (AIML 3 Sem)</a:t>
            </a:r>
            <a:endParaRPr sz="1905"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Times New Roman"/>
              <a:buNone/>
            </a:pPr>
            <a:endParaRPr sz="1905"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Times New Roman"/>
              <a:buNone/>
            </a:pPr>
            <a:r>
              <a:rPr lang="en-US" sz="1905" b="1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sz="1905" b="1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Times New Roman"/>
              <a:buNone/>
            </a:pPr>
            <a:r>
              <a:rPr lang="en-US" sz="1905" b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Sandeep Ramesh Sonaskar </a:t>
            </a:r>
            <a:endParaRPr sz="1905"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Times New Roman"/>
              <a:buNone/>
            </a:pPr>
            <a:r>
              <a:rPr lang="en-US" sz="1621" b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(Senior Trainer IIoT Marik Digital Labs)</a:t>
            </a:r>
            <a:endParaRPr sz="1621"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Times New Roman"/>
              <a:buNone/>
            </a:pPr>
            <a:endParaRPr sz="1905" b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28625" y="5343525"/>
            <a:ext cx="1044575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28625" y="1041400"/>
            <a:ext cx="11095500" cy="4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just" rtl="0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IoT Based Weather Monitoring Station is a smart embedded system that fetches live weather data over Wi-Fi and displays it in real time. The system uses a NodeMCU (ESP8266/ESP32 class Wi-Fi microcontroller) that connects to the internet and queries the OpenWeatherMap API for the current temperature, humidity and weather condition of a chosen city. The readings are shown live on a 16x2 I2C LCD display. The station refreshes its readings automatically every 10 minutes, demonstrating IoT connectivity, REST API integration, JSON parsing and embedded display control in a single low-cost project.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0" y="0"/>
            <a:ext cx="12192000" cy="639762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3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0" y="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0" y="0"/>
            <a:ext cx="12192000" cy="6399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3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Diagram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Circuit Photo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000" y="1050000"/>
            <a:ext cx="2860000" cy="5093000"/>
          </a:xfrm>
          <a:prstGeom prst="rect">
            <a:avLst/>
          </a:prstGeom>
          <a:ln w="19050">
            <a:solidFill>
              <a:srgbClr val="595959"/>
            </a:solidFill>
          </a:ln>
        </p:spPr>
      </p:pic>
      <p:sp>
        <p:nvSpPr>
          <p:cNvPr id="107" name="Google Shape;107;p15"/>
          <p:cNvSpPr txBox="1"/>
          <p:nvPr/>
        </p:nvSpPr>
        <p:spPr>
          <a:xfrm>
            <a:off x="4200000" y="1050000"/>
            <a:ext cx="7500000" cy="50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Setup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741B4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NodeMCU Wi-Fi module (ESP8266/ESP32 class) – connects to the internet and calls the weather API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741B4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16x2 I2C LCD display (address 0x27) – shows live temperature and weather condition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41B4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power bank / adapter – powers the whole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28625" y="5343525"/>
            <a:ext cx="1044575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50000" y="850000"/>
            <a:ext cx="11492000" cy="51500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</a:ln>
        </p:spPr>
        <p:txBody>
          <a:bodyPr spcFirstLastPara="1" wrap="square" lIns="137150" tIns="60000" rIns="91425" bIns="6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&lt;ESP8266WiFi.h&gt;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&lt;ESP8266HTTPClient.h&gt;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&lt;ArduinoJson.h&gt;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&lt;Wire.h&gt;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&lt;LiquidCrystal_I2C.h&gt;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Wi-Fi DETAILS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char* ssid = "YOUR_WIFI_SSID";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char* password = "YOUR_WIFI_PASSWORD";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OPENWEATHERMAP API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char* apiKey = "YOUR_OPENWEATHERMAP_API_KEY";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Jaipur, Rajasthan, India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char* city = "Jaipur,IN";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I2C LCD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LiquidCrystal_I2C lcd(0x27, 16, 2);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0" y="0"/>
            <a:ext cx="12192000" cy="639762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24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Code : Libraries &amp; Configuration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28625" y="5343525"/>
            <a:ext cx="1044575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50000" y="850000"/>
            <a:ext cx="11492000" cy="51500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</a:ln>
        </p:spPr>
        <p:txBody>
          <a:bodyPr spcFirstLastPara="1" wrap="square" lIns="137150" tIns="60000" rIns="91425" bIns="6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SETUP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setup() {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Serial.begin(115200);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lcd.init();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lcd.backlight();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lcd.setCursor(0, 0);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lcd.print("Jaipur Weather");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lcd.setCursor(0, 1);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lcd.print("Connecting WiFi");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WiFi.begin(ssid, password);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Serial.print("Connecting to WiFi");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 (WiFi.status() != WL_CONNECTED) {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delay(500);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Serial.print(".");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Serial.println("WiFi Connected!");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lcd.clear();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lcd.setCursor(0, 0);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lcd.print("WiFi Connected");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lcd.setCursor(0, 1);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lcd.print("Getting Weather");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delay(2000);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getWeather();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0" y="0"/>
            <a:ext cx="12192000" cy="639762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24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Code : setup() Function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28625" y="5343525"/>
            <a:ext cx="1044575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50000" y="850000"/>
            <a:ext cx="11492000" cy="51500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</a:ln>
        </p:spPr>
        <p:txBody>
          <a:bodyPr spcFirstLastPara="1" wrap="square" lIns="137150" tIns="60000" rIns="91425" bIns="6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MAIN LOOP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loop() {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delay(600000);   // update every 10 minutes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getWeather();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WEATHER FUNCTION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================================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getWeather() {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(WiFi.status() != WL_CONNECTED) {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Serial.println("WiFi disconnected!");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lcd.clear();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lcd.setCursor(0, 0);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lcd.print("WiFi Error");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WiFiClient client;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HTTPClient http;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String url =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"http://api.openweathermap.org/data/2.5/weather?q=" +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String(city) + "&amp;appid=" + String(apiKey) +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"&amp;units=metric";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Serial.println("Getting Jaipur weather...");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http.begin(client, url);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httpCode = http.GET();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0" y="0"/>
            <a:ext cx="12192000" cy="639762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24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Code : loop() &amp; Fetching Data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28625" y="5343525"/>
            <a:ext cx="1044575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50000" y="850000"/>
            <a:ext cx="11492000" cy="51500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</a:ln>
        </p:spPr>
        <p:txBody>
          <a:bodyPr spcFirstLastPara="1" wrap="square" lIns="137150" tIns="60000" rIns="91425" bIns="6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(httpCode == 200) {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 payload = http.getString();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Serial.println("Weather data received:");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DynamicJsonDocument doc(2048);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DeserializationError error = deserializeJson(doc, payload);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(error) {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Serial.println("JSON parsing failed!");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lcd.clear();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lcd.setCursor(0, 0);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lcd.print("JSON Error");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http.end();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return;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float temperature = doc["main"]["temp"];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humidity = doc["main"]["humidity"];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 weather = doc["weather"][0]["main"];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 description = doc["weather"][0]["description"];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Serial.println("------------------------");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Serial.print("Temperature: "); Serial.print(temperature); Serial.println(" C");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Serial.print("Humidity: "); Serial.print(humidity); Serial.println(" %");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Serial.print("Weather: "); Serial.println(weather);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Serial.print("Description: "); Serial.println(description);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Serial.println("------------------------");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0" y="0"/>
            <a:ext cx="12192000" cy="639762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24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Code : Parsing the JSON Response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28625" y="5343525"/>
            <a:ext cx="1044575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50000" y="850000"/>
            <a:ext cx="11492000" cy="51500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</a:ln>
        </p:spPr>
        <p:txBody>
          <a:bodyPr spcFirstLastPara="1" wrap="square" lIns="137150" tIns="60000" rIns="91425" bIns="6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================================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LCD DISPLAY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================================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lcd.clear();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lcd.setCursor(0, 0);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lcd.print("Temp: 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lcd.print(temperature, 1);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lcd.print((char)223);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lcd.print("C");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lcd.setCursor(0, 1);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(weather == "Clear")        lcd.print("CLEAR");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else if (weather == "Clouds")  lcd.print("CLOUDY");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else if (weather == "Rain")    lcd.print("RAINY");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else if (weather == "Drizzle") lcd.print("DRIZZLE");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else if (weather == "Thunderstorm") lcd.print("STORM");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else lcd.print(weather);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else {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Serial.print("HTTP Error: 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Serial.println(httpCode);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lcd.clear();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lcd.setCursor(0, 0);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lcd.print("Weather Error");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lcd.setCursor(0, 1);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lcd.print("Code: 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lcd.print(httpCode);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http.end();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0" y="0"/>
            <a:ext cx="12192000" cy="639762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24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Code : LCD Display &amp; Error Handling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/>
        </p:nvSpPr>
        <p:spPr>
          <a:xfrm>
            <a:off x="0" y="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28625" y="5343525"/>
            <a:ext cx="104457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28625" y="900000"/>
            <a:ext cx="11334750" cy="5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just" rtl="0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On power-up, the NodeMCU connects to the configured Wi-Fi network and initializes the I2C LCD.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It sends an HTTP GET request to the OpenWeatherMap API for the configured city (Jaipur, IN).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The JSON response is parsed with ArduinoJson to extract temperature, humidity and weather condition.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The temperature and a short weather label (CLEAR, CLOUDY, RAINY, DRIZZLE or STORM) are printed on the 16x2 I2C LCD.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If the Wi-Fi connection drops or the API/JSON call fails, the LCD shows an error message with the HTTP status code instead of stale data.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The loop then waits 10 minutes and repeats the process, keeping the displayed weather information continuously up to date.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0" y="0"/>
            <a:ext cx="12192000" cy="6399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3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0" y="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0" y="0"/>
            <a:ext cx="12192000" cy="6399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None/>
            </a:pPr>
            <a:r>
              <a:rPr lang="en-US" sz="3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Circuit Photo"/>
          <p:cNvPicPr preferRelativeResize="0"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00" y="1050000"/>
            <a:ext cx="2860000" cy="5093000"/>
          </a:xfrm>
          <a:prstGeom prst="rect">
            <a:avLst/>
          </a:prstGeom>
          <a:ln w="19050">
            <a:solidFill>
              <a:srgbClr val="595959"/>
            </a:solidFill>
          </a:ln>
        </p:spPr>
      </p:pic>
      <p:sp>
        <p:nvSpPr>
          <p:cNvPr id="107" name="Google Shape;107;p15"/>
          <p:cNvSpPr txBox="1"/>
          <p:nvPr/>
        </p:nvSpPr>
        <p:spPr>
          <a:xfrm>
            <a:off x="4200000" y="1050000"/>
            <a:ext cx="7500000" cy="50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Output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741B4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module successfully connected to Wi-Fi and fetched live data from the OpenWeatherMap API for Jaipur, IN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741B4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16x2 I2C LCD correctly displayed the real-time temperature and weather condition, as seen in the photo below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41B4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captured: Temp 29.6°C, Weather: RAINY, matching the actual conditions in Jaipur at the time of testing</a:t>
            </a:r>
          </a:p>
          <a:p>
            <a:pPr marL="228600" marR="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41B4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station kept refreshing automatically every 10 minutes without manual intervention or crashes during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766887" y="1978025"/>
            <a:ext cx="8207375" cy="1862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500"/>
              <a:buFont typeface="Bodoni"/>
              <a:buNone/>
            </a:pPr>
            <a:r>
              <a:rPr lang="en-US" sz="11500" b="1" i="1" u="none" strike="noStrike" cap="none">
                <a:solidFill>
                  <a:srgbClr val="262626"/>
                </a:solidFill>
                <a:latin typeface="Bodoni"/>
                <a:ea typeface="Bodoni"/>
                <a:cs typeface="Bodoni"/>
                <a:sym typeface="Bodoni"/>
              </a:rPr>
              <a:t>Thank you 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1343</Words>
  <Application>Microsoft Office PowerPoint</Application>
  <PresentationFormat>Widescreen</PresentationFormat>
  <Paragraphs>161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Times New Roman</vt:lpstr>
      <vt:lpstr>Bodoni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Veerti Jain</cp:lastModifiedBy>
  <cp:revision>1</cp:revision>
  <dcterms:modified xsi:type="dcterms:W3CDTF">2026-08-20T04:38:33Z</dcterms:modified>
</cp:coreProperties>
</file>